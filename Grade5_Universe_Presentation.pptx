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1954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0" y="731520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274320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457200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0" y="914400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4389120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4754880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4480560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0" y="182880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AMAZING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Earth, Stars, Planets &amp; More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926080" y="384048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5 Science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We Learn Today?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1155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&amp; Heavenly Bodies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4447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what the universe is and the objects in space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174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400300"/>
            <a:ext cx="502920" cy="50292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00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3271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&amp; Solar System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6563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about stars, our Sun, and the planets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518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01489"/>
            <a:ext cx="502920" cy="50292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0148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3528337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Motions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857521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rotation, revolution, day &amp; night, and seasons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731520"/>
            <a:ext cx="6400800" cy="3657600"/>
          </a:xfrm>
          <a:prstGeom prst="roundRect">
            <a:avLst>
              <a:gd name="adj" fmla="val 3750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7160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&amp; SHARE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645920" y="1554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at the night sky...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219456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see?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do you have about the stars,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Moon, or the planets?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36576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a partner and share one thing you wonder about space!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Universe?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universe is the set of everything that exists — all matter, energy, space, and time.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514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🌌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474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universe is huge and still expanding. Galaxies move away from each other.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3774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514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9000" y="3063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3474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we can see from Earth is called the observable universe.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3774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514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63640" y="3063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 Objects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3474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contains stars, planets, moons, galaxies, and more!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Heavenly Bodies (Celestial Objects)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objects found in space are called heavenly bodies.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09728" cy="1554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Luminous — make their own light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280160"/>
            <a:ext cx="109728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Non-luminous — reflect light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280160"/>
            <a:ext cx="109728" cy="15544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that orbit planets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109728" cy="15544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objects, mostly between Mars &amp; Jupiter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017520"/>
            <a:ext cx="109728" cy="155448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6616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Icy bodies with glowing tails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017520"/>
            <a:ext cx="109728" cy="15544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Galaxies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systems of stars (we live in the Milky Way)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 — The Bright Lights of Space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754880" cy="3840480"/>
          </a:xfrm>
          <a:prstGeom prst="roundRect">
            <a:avLst>
              <a:gd name="adj" fmla="val 2381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972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are luminous heavenly bodies that produce their own light and heat.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make energy by fusing hydrogen into helium.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Sun is a medium-sized yellow star — the closest star to Earth.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look tiny because they are extremely far away.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6576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appears larger only because it is much closer to us.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0" y="868680"/>
            <a:ext cx="3383280" cy="3840480"/>
          </a:xfrm>
          <a:prstGeom prst="roundRect">
            <a:avLst>
              <a:gd name="adj" fmla="val 2703"/>
            </a:avLst>
          </a:prstGeom>
          <a:solidFill>
            <a:srgbClr val="132F4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94960" y="1280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☀️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57784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Sun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0" y="27432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medium-sized star at the center of our solar system. It gives us light and heat that make life possible on Earth.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Solar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and all the heavenly bodies that revolve around it form the solar system.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1188720" cy="11887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83080" y="2057400"/>
            <a:ext cx="640080" cy="640080"/>
          </a:xfrm>
          <a:prstGeom prst="ellipse">
            <a:avLst/>
          </a:prstGeom>
          <a:solidFill>
            <a:srgbClr val="A0A0A0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880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2057400"/>
            <a:ext cx="640080" cy="640080"/>
          </a:xfrm>
          <a:prstGeom prst="ellipse">
            <a:avLst/>
          </a:prstGeom>
          <a:solidFill>
            <a:srgbClr val="E8C39E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880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20574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880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205740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880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0680" y="20574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2880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205740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880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20574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880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Uranus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83880" y="205740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2880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Neptune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A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planets: </a:t>
            </a: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Mercury, Venus, Earth, Mars   |   </a:t>
            </a: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planets: </a:t>
            </a: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Jupiter, Saturn, Uranus, Neptune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of the Sun keeps the planets, asteroids, comets, and moons in orbit around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640080"/>
            <a:ext cx="6949440" cy="3840480"/>
          </a:xfrm>
          <a:prstGeom prst="roundRect">
            <a:avLst>
              <a:gd name="adj" fmla="val 3571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7280" y="9144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CHALLENGE!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463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name the 8 planets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order from the Sun?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My Very Educated Mother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Served Us Noodles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table group for 30 seconds!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— Our Home Planet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926080" cy="292608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554480"/>
            <a:ext cx="91440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2286000"/>
            <a:ext cx="1005840" cy="8229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🌍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3840480" y="91440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4069080" y="1005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Planet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69080" y="1325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is the third planet from the Sun.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182880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920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Known Life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69080" y="2240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only planet we know that supports living things.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274320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4069080" y="2834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Conditions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69080" y="3154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temperature, water, atmosphere, and oxygen.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0" y="365760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4069080" y="3749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Natural Satellite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069080" y="4069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has one moon that orbits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of the Earth — Day &amp; Night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is the spinning of Earth on its imaginary axis (from North Pole to South Pole). One complete spin takes about 24 hours — one 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DAY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half of Earth facing the Sun receives sunlight. It is bright — we call this daytime.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20116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NIGHT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28346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half facing away from the Sun does not get sunlight. It is dark — we call this nighttime.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Think!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Why do we have day and night?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Because Earth rotates on its axis.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How long does one full rotation take?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About 24 hours.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11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Does the Sun move around Earth?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069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No — Earth spins, making the Sun appear to rise and set.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 of the Earth — The Year &amp; Seasons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 is the movement of Earth around the Sun along its elliptical orbit. One complete trip takes about 365 days and 6 hours — one year.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2331720"/>
            <a:ext cx="777240" cy="77724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Shape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7033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path around the Sun is an ellipse (slightly oval).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2331720"/>
            <a:ext cx="777240" cy="77724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Tilted Axis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37033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axis is tilted about 23.5°. This tilt causes seasons.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2103120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2331720"/>
            <a:ext cx="777240" cy="7772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37033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parts of Earth get different amounts of sunlight during the year.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Have Seasons?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Earth's tilt + its revolution around the Sun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Hemisphere tilted toward Sun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days, more direct sunlight, warmer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Hemisphere tilted away from Sun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days, less direct sunlight, colder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03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/ Autumn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4023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pole tilted strongly toward/away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251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and night nearly equal (equinox)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Moon — Earth's Neighbor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743200" cy="2743200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737360"/>
            <a:ext cx="548640" cy="45720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2377440"/>
            <a:ext cx="731520" cy="64008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🌙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840480" y="1097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is Earth's only natural satellite.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1737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make its own light — it reflects sunlight.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2377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revolves around Earth in about 27–28 days.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side of the Moon always faces Earth.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3657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big in the sky because it is much closer than the stars.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Assessment — Answer in your notebook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the universe?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Name two differences between stars and planets.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do we have day and night on Earth?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causes the seasons?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long does Earth take to complete one revolution around the Sun?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Why does the Moon shine at night even though it is not a star?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945</Words>
  <Application>Microsoft Office PowerPoint</Application>
  <PresentationFormat>On-screen Show (16:9)</PresentationFormat>
  <Paragraphs>148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Amazing Universe - Grade 5</dc:title>
  <dc:subject>Earth and Space Science</dc:subject>
  <dc:creator>Grade 5 Science</dc:creator>
  <cp:lastModifiedBy>DELL</cp:lastModifiedBy>
  <cp:revision>2</cp:revision>
  <dcterms:created xsi:type="dcterms:W3CDTF">2026-08-25T06:16:39Z</dcterms:created>
  <dcterms:modified xsi:type="dcterms:W3CDTF">2026-08-25T06:20:49Z</dcterms:modified>
</cp:coreProperties>
</file>